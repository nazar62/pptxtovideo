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30" d="100"/>
          <a:sy n="30" d="100"/>
        </p:scale>
        <p:origin x="10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2D27-3319-DA3A-627E-2EFDB1875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298C05-C87D-72FC-B898-A863E3E4E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0682-C380-747E-9E9E-A26E68A9B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086E-63FC-4A37-A7EA-65D59121E348}" type="datetimeFigureOut">
              <a:rPr lang="uk-UA" smtClean="0"/>
              <a:t>20.12.2024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24BD4-8231-5EA8-5527-3A009E101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9C8CC-44A5-FD93-E920-15336D6D9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29BE-F67C-465E-ACF5-1D21CD8A10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66737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E4440-9AA7-CCE4-54D1-15C7552EE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8BC5C-03E6-F43A-CA59-9A121C143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BC67A-0D75-3954-75BA-44EECFD8A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086E-63FC-4A37-A7EA-65D59121E348}" type="datetimeFigureOut">
              <a:rPr lang="uk-UA" smtClean="0"/>
              <a:t>20.12.2024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E089A-BCB0-E370-CB19-4ACBF866D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3CBE3-C794-4F20-362A-BFEFF95B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29BE-F67C-465E-ACF5-1D21CD8A10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98367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C3E7C-9293-CD1A-B687-692CE12E1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1EF00-D877-433E-C36F-663BE359F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D99AB-AE27-E29F-E005-C262603A6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086E-63FC-4A37-A7EA-65D59121E348}" type="datetimeFigureOut">
              <a:rPr lang="uk-UA" smtClean="0"/>
              <a:t>20.12.2024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6F199-F7D7-2A41-43BC-4511B6711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6684C-27B3-D7C6-CB48-7E5F8A15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29BE-F67C-465E-ACF5-1D21CD8A10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84818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3119F-E2B2-9743-504E-0044C7C77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82AAF-DC68-8614-ED24-56DCAB966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2C4FA-4900-4C69-68A8-04799C8E8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B7C20-D1BE-193D-E944-C643DF82E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086E-63FC-4A37-A7EA-65D59121E348}" type="datetimeFigureOut">
              <a:rPr lang="uk-UA" smtClean="0"/>
              <a:t>20.12.2024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4A7FC-3A9C-DD2D-4271-C85AC0320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9E1B4-8CDA-5DA3-D9FE-716CEF658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29BE-F67C-465E-ACF5-1D21CD8A10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4225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8A5EB-DF4A-F990-7392-4C6890BB6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57E08-2364-4E1F-903E-9F04E9ACF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5A2CE-174F-4A4F-F443-877EED4CB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DE931E-0731-9C53-0B47-18CF426B8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543145-16F6-6BE7-C219-C6E1719DB3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D53610-65E0-C30B-D32F-B0CDEA81B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086E-63FC-4A37-A7EA-65D59121E348}" type="datetimeFigureOut">
              <a:rPr lang="uk-UA" smtClean="0"/>
              <a:t>20.12.2024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B96024-93F8-84AD-14D2-B6AAD9D28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6989E-14E3-61C9-7E91-8BF2F133A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29BE-F67C-465E-ACF5-1D21CD8A10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12183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885E6-75BD-7586-8A40-3F1702E72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B1B775-2127-7C8A-8927-3E69BAADA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086E-63FC-4A37-A7EA-65D59121E348}" type="datetimeFigureOut">
              <a:rPr lang="uk-UA" smtClean="0"/>
              <a:t>20.12.2024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3AAB2F-C2A1-30AC-B129-8069ED880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B7625-859C-606D-2972-CC198654A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29BE-F67C-465E-ACF5-1D21CD8A10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33027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4BCC12-649B-EAAE-1EF4-3B921CFAC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086E-63FC-4A37-A7EA-65D59121E348}" type="datetimeFigureOut">
              <a:rPr lang="uk-UA" smtClean="0"/>
              <a:t>20.12.2024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16C7CF-8153-4F8F-06A3-F36B490B3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91750-485A-A77F-CD2F-0FC7AE7FF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29BE-F67C-465E-ACF5-1D21CD8A10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94424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00E61-532B-94EC-9D43-5EDAFC34B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9DD9C-1289-953D-2994-FE4328D1F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250FA-53BB-8C0F-641A-B9C9862AB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312BC-BF4F-86D4-7D8C-EACF4FFAF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086E-63FC-4A37-A7EA-65D59121E348}" type="datetimeFigureOut">
              <a:rPr lang="uk-UA" smtClean="0"/>
              <a:t>20.12.2024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FF42A-9DD6-0E95-B498-B06B5AD3B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DB703-A866-1E2D-ACF9-50C8F94BC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29BE-F67C-465E-ACF5-1D21CD8A10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07563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63C43-1B02-8A60-D188-8F6710FA5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D4E84D-D770-6175-2D40-878FCBB31A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DC750-FF9D-B5FB-EF3D-9AF8013F7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0C5A-D166-3E47-5BC4-FFF7D7438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086E-63FC-4A37-A7EA-65D59121E348}" type="datetimeFigureOut">
              <a:rPr lang="uk-UA" smtClean="0"/>
              <a:t>20.12.2024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9977-1AE1-AB13-4F1C-6A935C057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A9583-6061-C815-6015-9C35EC2D5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29BE-F67C-465E-ACF5-1D21CD8A10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58210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03846-4491-8BC6-A17B-2868DA92B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6C09A-74BE-4C14-01F0-171F2C524D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14313-3C64-ED53-3B7D-3D7B13A34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086E-63FC-4A37-A7EA-65D59121E348}" type="datetimeFigureOut">
              <a:rPr lang="uk-UA" smtClean="0"/>
              <a:t>20.12.2024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CCC71-71FC-14A3-5315-9B01A257A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1BCC2-335C-E2D0-EB08-18E65DCF7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29BE-F67C-465E-ACF5-1D21CD8A10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38783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C8F4F5-47F1-60E8-78D2-5496038C9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76B38-D8ED-B9E6-B854-321015BD5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712D5-13C6-67EB-BDDB-C431E69F8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086E-63FC-4A37-A7EA-65D59121E348}" type="datetimeFigureOut">
              <a:rPr lang="uk-UA" smtClean="0"/>
              <a:t>20.12.2024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E9440-3AD2-9828-6628-1B3F9DE0F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462BC-1DCC-94ED-688C-E440EC62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29BE-F67C-465E-ACF5-1D21CD8A10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12802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B8B916-37D7-D581-5F4E-5D2102684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DFBCC-BBBB-3843-20C1-4CEF3D81A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979FF-E9BF-F12C-2582-16E1ADAE86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F0086E-63FC-4A37-A7EA-65D59121E348}" type="datetimeFigureOut">
              <a:rPr lang="uk-UA" smtClean="0"/>
              <a:t>20.12.2024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EA247-5A3E-6A97-1735-9B6ACCEB7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B45C6-02F5-A29B-D5F1-6242B14E32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729BE-F67C-465E-ACF5-1D21CD8A10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8749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CC709-F870-605F-5A9E-8D65F02CC6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Презентація Привіт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9DE40-9125-6759-C1B4-CFBF39C4C7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Викорнав учень 9-г класу Остапів назар</a:t>
            </a:r>
          </a:p>
        </p:txBody>
      </p:sp>
      <p:pic>
        <p:nvPicPr>
          <p:cNvPr id="4" name="0">
            <a:hlinkClick r:id="" action="ppaction://media"/>
            <a:extLst>
              <a:ext uri="{FF2B5EF4-FFF2-40B4-BE49-F238E27FC236}">
                <a16:creationId xmlns:a16="http://schemas.microsoft.com/office/drawing/2014/main" id="{E9A92DB1-F924-B878-C48C-381DED523F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270000" y="-12700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079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465BB-2D5E-F38D-BE53-50D6A3BE9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Привіт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C82E3-F228-1034-4AC4-C3AED4E8D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Привіт це слово яким вітаються</a:t>
            </a:r>
          </a:p>
        </p:txBody>
      </p:sp>
      <p:pic>
        <p:nvPicPr>
          <p:cNvPr id="4" name="1">
            <a:hlinkClick r:id="" action="ppaction://media"/>
            <a:extLst>
              <a:ext uri="{FF2B5EF4-FFF2-40B4-BE49-F238E27FC236}">
                <a16:creationId xmlns:a16="http://schemas.microsoft.com/office/drawing/2014/main" id="{DD2848FB-A9E7-6933-E326-7FC0F8DF6C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270000" y="-12700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0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2E7C-C7D4-F758-B5B7-B088A4C4B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Ціль презентації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368A2-9959-9944-D090-333A3E9F2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/>
              <a:t>Протестувати мою програму</a:t>
            </a:r>
          </a:p>
        </p:txBody>
      </p:sp>
      <p:pic>
        <p:nvPicPr>
          <p:cNvPr id="4" name="2">
            <a:hlinkClick r:id="" action="ppaction://media"/>
            <a:extLst>
              <a:ext uri="{FF2B5EF4-FFF2-40B4-BE49-F238E27FC236}">
                <a16:creationId xmlns:a16="http://schemas.microsoft.com/office/drawing/2014/main" id="{BEF2C18A-9EE9-F0F9-ACAD-A320AB4D98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270000" y="-12700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71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</Words>
  <Application>Microsoft Office PowerPoint</Application>
  <PresentationFormat>Widescreen</PresentationFormat>
  <Paragraphs>6</Paragraphs>
  <Slides>3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 Display</vt:lpstr>
      <vt:lpstr>Arial</vt:lpstr>
      <vt:lpstr>Aptos</vt:lpstr>
      <vt:lpstr>Office Theme</vt:lpstr>
      <vt:lpstr>Презентація Привіт</vt:lpstr>
      <vt:lpstr>Привіт</vt:lpstr>
      <vt:lpstr>Ціль презентації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Nazar oo</dc:creator>
  <cp:lastModifiedBy>Nazar oo</cp:lastModifiedBy>
  <cp:revision>7</cp:revision>
  <dcterms:created xsi:type="dcterms:W3CDTF">2024-06-18T09:51:53Z</dcterms:created>
  <dcterms:modified xsi:type="dcterms:W3CDTF">2024-12-20T18:41:08Z</dcterms:modified>
</cp:coreProperties>
</file>